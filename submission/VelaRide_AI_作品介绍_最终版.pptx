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ce4bd8a40e4d4b" /><Relationship Type="http://schemas.openxmlformats.org/officeDocument/2006/relationships/extended-properties" Target="/docProps/app.xml" Id="R1c4d0e76b8c44017" /><Relationship Type="http://schemas.openxmlformats.org/officeDocument/2006/relationships/officeDocument" Target="/ppt/presentation.xml" Id="R640ed09e45c0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df92a37ba04cf5"/>
  </p:sldMasterIdLst>
  <p:notesMasterIdLst>
    <p:notesMasterId xmlns:r="http://schemas.openxmlformats.org/officeDocument/2006/relationships" r:id="R0dd465e4226d4fc6"/>
  </p:notesMasterIdLst>
  <p:sldIdLst>
    <p:sldId xmlns:r="http://schemas.openxmlformats.org/officeDocument/2006/relationships" id="256" r:id="Rb389b34f46d5430b"/>
    <p:sldId xmlns:r="http://schemas.openxmlformats.org/officeDocument/2006/relationships" id="257" r:id="R19b67a4c23ef45bb"/>
    <p:sldId xmlns:r="http://schemas.openxmlformats.org/officeDocument/2006/relationships" id="258" r:id="Ra62fa13c86d344b0"/>
    <p:sldId xmlns:r="http://schemas.openxmlformats.org/officeDocument/2006/relationships" id="259" r:id="Rb4c93f41cdf04ffa"/>
    <p:sldId xmlns:r="http://schemas.openxmlformats.org/officeDocument/2006/relationships" id="260" r:id="R25a4406dbdfc402e"/>
    <p:sldId xmlns:r="http://schemas.openxmlformats.org/officeDocument/2006/relationships" id="261" r:id="R9d311282b06a4348"/>
    <p:sldId xmlns:r="http://schemas.openxmlformats.org/officeDocument/2006/relationships" id="262" r:id="Rf5a599b82efb4a5e"/>
    <p:sldId xmlns:r="http://schemas.openxmlformats.org/officeDocument/2006/relationships" id="263" r:id="R16b0d388226843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78fa71c9714c61" /><Relationship Type="http://schemas.openxmlformats.org/officeDocument/2006/relationships/slideMaster" Target="/ppt/slideMasters/slideMaster1.xml" Id="Rfddf92a37ba04cf5" /><Relationship Type="http://schemas.openxmlformats.org/officeDocument/2006/relationships/notesMaster" Target="/ppt/notesMasters/notesMaster1.xml" Id="R0dd465e4226d4fc6" /><Relationship Type="http://schemas.openxmlformats.org/officeDocument/2006/relationships/presProps" Target="/ppt/presProps.xml" Id="R109976cf93704f76" /><Relationship Type="http://schemas.openxmlformats.org/officeDocument/2006/relationships/tableStyles" Target="/ppt/tableStyles.xml" Id="R4f1313d9eb96458e" /><Relationship Type="http://schemas.openxmlformats.org/officeDocument/2006/relationships/slide" Target="/ppt/slides/slide1.xml" Id="Rb389b34f46d5430b" /><Relationship Type="http://schemas.openxmlformats.org/officeDocument/2006/relationships/slide" Target="/ppt/slides/slide2.xml" Id="R19b67a4c23ef45bb" /><Relationship Type="http://schemas.openxmlformats.org/officeDocument/2006/relationships/slide" Target="/ppt/slides/slide3.xml" Id="Ra62fa13c86d344b0" /><Relationship Type="http://schemas.openxmlformats.org/officeDocument/2006/relationships/slide" Target="/ppt/slides/slide4.xml" Id="Rb4c93f41cdf04ffa" /><Relationship Type="http://schemas.openxmlformats.org/officeDocument/2006/relationships/slide" Target="/ppt/slides/slide5.xml" Id="R25a4406dbdfc402e" /><Relationship Type="http://schemas.openxmlformats.org/officeDocument/2006/relationships/slide" Target="/ppt/slides/slide6.xml" Id="R9d311282b06a4348" /><Relationship Type="http://schemas.openxmlformats.org/officeDocument/2006/relationships/slide" Target="/ppt/slides/slide7.xml" Id="Rf5a599b82efb4a5e" /><Relationship Type="http://schemas.openxmlformats.org/officeDocument/2006/relationships/slide" Target="/ppt/slides/slide8.xml" Id="R16b0d3882268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e04adfef341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68f3d9fb843ec" /><Relationship Type="http://schemas.openxmlformats.org/officeDocument/2006/relationships/notesMaster" Target="/ppt/notesMasters/notesMaster1.xml" Id="Rebb5ff4d993247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7ccc2d78449a5" /><Relationship Type="http://schemas.openxmlformats.org/officeDocument/2006/relationships/notesMaster" Target="/ppt/notesMasters/notesMaster1.xml" Id="R0c2392418ee9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9d208dd334d32" /><Relationship Type="http://schemas.openxmlformats.org/officeDocument/2006/relationships/notesMaster" Target="/ppt/notesMasters/notesMaster1.xml" Id="Rb0b60ba4e5e94c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ed28e8d74a478b" /><Relationship Type="http://schemas.openxmlformats.org/officeDocument/2006/relationships/notesMaster" Target="/ppt/notesMasters/notesMaster1.xml" Id="R357d3e60bfca4e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62862d7684f9d" /><Relationship Type="http://schemas.openxmlformats.org/officeDocument/2006/relationships/notesMaster" Target="/ppt/notesMasters/notesMaster1.xml" Id="R2945a6257bab4f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5b224c69c84ec7" /><Relationship Type="http://schemas.openxmlformats.org/officeDocument/2006/relationships/notesMaster" Target="/ppt/notesMasters/notesMaster1.xml" Id="R64060f1c626a4c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1361d84cbf46b9" /><Relationship Type="http://schemas.openxmlformats.org/officeDocument/2006/relationships/notesMaster" Target="/ppt/notesMasters/notesMaster1.xml" Id="Re0fefb12f9f347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e008b3947045dc" /><Relationship Type="http://schemas.openxmlformats.org/officeDocument/2006/relationships/notesMaster" Target="/ppt/notesMasters/notesMaster1.xml" Id="R64f2c5a9c9de48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来源：README.md；app/velaride/velaride_sport_face_390.png。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来源：README.md；docs/KNOWN_LIMITATIONS.md；app/velaride/transition_previews/scene_0.png。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来源：docs/development-notes/SPORT_UI_20260829.md；项目自身生成的表盘与场景资源。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来源：README.md；docs/KNOWN_LIMITATIONS.md；web-gateway/server.mjs。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来源：docs/development-notes/RIDE_PERSISTENCE_20260829.md；app/velaride/velaride_ride_session.c。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来源：web-gateway/public/index.html；web-gateway/server.mjs；本地页面截图。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来源：agent_skills/ride-safety.md；docs/VALIDATION.md；artifacts/SHA256SUMS。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来源：README.md；docs/KNOWN_LIMITATIONS.md。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90184bfd248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d8a219cae04041" /><Relationship Type="http://schemas.openxmlformats.org/officeDocument/2006/relationships/slideLayout" Target="/ppt/slideLayouts/slideLayout1.xml" Id="Rd9792bebbfaa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792bebbfaa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72b9e60d54609" /><Relationship Type="http://schemas.openxmlformats.org/officeDocument/2006/relationships/image" Target="/ppt/media/image.png" Id="R1658a61a669b427a" /><Relationship Type="http://schemas.openxmlformats.org/officeDocument/2006/relationships/notesSlide" Target="/ppt/notesSlides/notesSlide1.xml" Id="Rf115680004c047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2f43a459048b4" /><Relationship Type="http://schemas.openxmlformats.org/officeDocument/2006/relationships/image" Target="/ppt/media/image2.png" Id="R1a039877feef4dab" /><Relationship Type="http://schemas.openxmlformats.org/officeDocument/2006/relationships/notesSlide" Target="/ppt/notesSlides/notesSlide2.xml" Id="Rbdced9ea3a2845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1accb7447457d" /><Relationship Type="http://schemas.openxmlformats.org/officeDocument/2006/relationships/image" Target="/ppt/media/image3.png" Id="R954e96e7ce554f1a" /><Relationship Type="http://schemas.openxmlformats.org/officeDocument/2006/relationships/image" Target="/ppt/media/image4.png" Id="R52812ff8881741dd" /><Relationship Type="http://schemas.openxmlformats.org/officeDocument/2006/relationships/image" Target="/ppt/media/image5.png" Id="R46725109d0e64f94" /><Relationship Type="http://schemas.openxmlformats.org/officeDocument/2006/relationships/notesSlide" Target="/ppt/notesSlides/notesSlide3.xml" Id="R10a561f87eb1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8e377c5d440c7" /><Relationship Type="http://schemas.openxmlformats.org/officeDocument/2006/relationships/notesSlide" Target="/ppt/notesSlides/notesSlide4.xml" Id="Rd74fef360cde48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334dd8e934600" /><Relationship Type="http://schemas.openxmlformats.org/officeDocument/2006/relationships/notesSlide" Target="/ppt/notesSlides/notesSlide5.xml" Id="R005fceae3ad045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137cb53f14e74" /><Relationship Type="http://schemas.openxmlformats.org/officeDocument/2006/relationships/image" Target="/ppt/media/image6.png" Id="R482f87ebe47d4f54" /><Relationship Type="http://schemas.openxmlformats.org/officeDocument/2006/relationships/notesSlide" Target="/ppt/notesSlides/notesSlide6.xml" Id="R002fdcfdd359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a0779b0714aa7" /><Relationship Type="http://schemas.openxmlformats.org/officeDocument/2006/relationships/notesSlide" Target="/ppt/notesSlides/notesSlide7.xml" Id="R3736508758184a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de7cb20494486" /><Relationship Type="http://schemas.openxmlformats.org/officeDocument/2006/relationships/notesSlide" Target="/ppt/notesSlides/notesSlide8.xml" Id="Rede9932f393043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02708-F764-49A7-82BB-8112EAD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B23AF-B581-428D-B684-ABF3346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VELARIDE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F64C1-8A0A-4AB4-8EB5-95C9DAD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骑行安全腕上助手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960E4-7135-428B-9C99-957A2DE8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基于 openvela、黄山派与 Xiaomi MiMo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3088F-45CC-4DFF-81BC-41E754F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手表端守住实时安全，AI 完成骑行后的自然语言复盘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422C2-732C-4F7C-A83D-4D34D2D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70D56-465A-4A3C-8692-18BE6074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AI 硬件产品创新  /  手表应用创新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1ADF0-601C-4221-A7B0-9215A52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团队 446 · GitHub WYJ900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8a61a669b427a"/>
          <a:stretch xmlns:a="http://schemas.openxmlformats.org/drawingml/2006/main"/>
        </p:blipFill>
        <p:spPr>
          <a:xfrm xmlns:a="http://schemas.openxmlformats.org/drawingml/2006/main">
            <a:off x="7677150" y="1072295"/>
            <a:ext cx="3333750" cy="3846635"/>
          </a:xfrm>
          <a:prstGeom xmlns:a="http://schemas.openxmlformats.org/drawingml/2006/main" prst="roundRect">
            <a:avLst>
              <a:gd name="adj" fmla="val 1371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7589D-CF75-42EE-9169-A791CDB3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838200"/>
            <a:ext cx="3790950" cy="4314825"/>
          </a:xfrm>
          <a:prstGeom xmlns:a="http://schemas.openxmlformats.org/drawingml/2006/main" prst="roundRect">
            <a:avLst>
              <a:gd name="adj" fmla="val 1356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515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EF047-1EB9-4A4B-80E1-2372F992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48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openvela</a:t>
            </a:r>
          </a:p>
        </p:txBody>
      </p:sp>
    </p:spTree>
    <p:extLst>
      <p:ext uri="{BB962C8B-B14F-4D97-AF65-F5344CB8AC3E}">
        <p14:creationId xmlns:p14="http://schemas.microsoft.com/office/powerpoint/2010/main" val="1213890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4C6B3-6CAF-4C73-9F3C-80F03D93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01  产品定位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48007-6C03-46FF-A1BE-6FAC8C09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骑行中的安全问题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34C05-3C43-4484-9629-ED94F7A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425E8-4DB8-465B-9D6E-23FA1F24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骑行者需要看时间、状态和提醒，频繁拿手机会分散注意力。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44C00-3F88-4E86-8D38-2B917A1B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VelaRide 把必须实时、必须可靠的能力留在手表，把语言总结交给 MiMo。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20353-CD5A-4074-8995-BD01B181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手表端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1507A-E76C-4DC2-9E1F-CE77FF3E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运动检测</a:t>
            </a:r>
          </a:p>
          <a:p xmlns:a="http://schemas.openxmlformats.org/drawingml/2006/main">
            <a:pPr>
              <a:def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本地安全规则</a:t>
            </a:r>
          </a:p>
          <a:p xmlns:a="http://schemas.openxmlformats.org/drawingml/2006/main">
            <a:pPr>
              <a:def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骑行记录与复盘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15480-BB87-4A05-976C-00BFB1F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35E19-488D-4456-B8BF-26F4C36C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Web 与 MiMo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3C4C7-E0B7-4212-A985-DEC7B79A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2435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录入真实结果</a:t>
            </a:r>
          </a:p>
          <a:p xmlns:a="http://schemas.openxmlformats.org/drawingml/2006/main">
            <a:pPr>
              <a:def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生成自然语言复盘</a:t>
            </a:r>
          </a:p>
          <a:p xmlns:a="http://schemas.openxmlformats.org/drawingml/2006/main">
            <a:pPr>
              <a:def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失败时明确降级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39877feef4dab"/>
          <a:stretch xmlns:a="http://schemas.openxmlformats.org/drawingml/2006/main"/>
        </p:blipFill>
        <p:spPr>
          <a:xfrm xmlns:a="http://schemas.openxmlformats.org/drawingml/2006/main">
            <a:off x="8477250" y="1985596"/>
            <a:ext cx="2667000" cy="3077308"/>
          </a:xfrm>
          <a:prstGeom xmlns:a="http://schemas.openxmlformats.org/drawingml/2006/main" prst="roundRect">
            <a:avLst>
              <a:gd name="adj" fmla="val 1428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CD9F1-7E50-41F7-A2A5-73C39ECA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rPr>
              <a:t>VelaRide AI  ·  contest2026_446_nandongtaxin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5F123-CE6D-4802-81D7-CE748FDB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1607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2674B-BEC5-41FF-9BA0-A74EA7F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02  真机体验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EA80E-9305-4294-9AD5-94D78E7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腕上交互与骑行流程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40988-6980-4271-9046-C0C5293B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e96e7ce554f1a"/>
          <a:stretch xmlns:a="http://schemas.openxmlformats.org/drawingml/2006/main"/>
        </p:blipFill>
        <p:spPr>
          <a:xfrm xmlns:a="http://schemas.openxmlformats.org/drawingml/2006/main">
            <a:off x="685800" y="2190750"/>
            <a:ext cx="2857500" cy="285750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12ff8881741dd"/>
          <a:stretch xmlns:a="http://schemas.openxmlformats.org/drawingml/2006/main"/>
        </p:blipFill>
        <p:spPr>
          <a:xfrm xmlns:a="http://schemas.openxmlformats.org/drawingml/2006/main">
            <a:off x="3905250" y="1970942"/>
            <a:ext cx="2857500" cy="3297115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25109d0e64f94"/>
          <a:stretch xmlns:a="http://schemas.openxmlformats.org/drawingml/2006/main"/>
        </p:blipFill>
        <p:spPr>
          <a:xfrm xmlns:a="http://schemas.openxmlformats.org/drawingml/2006/main">
            <a:off x="7124700" y="1970942"/>
            <a:ext cx="2857500" cy="3297115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60235-0533-4E3D-AF0F-F5459F21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483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五表盘与蜂窝菜单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9651E-7CF3-4E94-8980-F0E8C426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483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运动配置与实时状态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14DA1-038D-4211-8052-65FB66C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483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结束后本地复盘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DAF03-8202-4349-A611-D4D4973A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90750"/>
            <a:ext cx="142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KEY2 单击切换菜单，快速双击进入运动流程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1F70-3BEC-46B1-871F-F51D32D5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rPr>
              <a:t>VelaRide AI  ·  contest2026_446_nandongtaxin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32FE1-719D-41EE-9A2E-F0D586F3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5273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1DC90-212D-417B-80F6-091B04BF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03  技术架构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640D9-502F-4BEA-AF1F-8E5C8BC5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端侧优先的系统架构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97D10-C397-46E6-AAE0-AF00F34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DF0FB-F68C-4501-B305-20A19999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2619375"/>
          </a:xfrm>
          <a:prstGeom xmlns:a="http://schemas.openxmlformats.org/drawingml/2006/main" prst="roundRect">
            <a:avLst>
              <a:gd name="adj" fmla="val 8727"/>
            </a:avLst>
          </a:prstGeom>
          <a:solidFill xmlns:a="http://schemas.openxmlformats.org/drawingml/2006/main">
            <a:srgbClr val="0D202A"/>
          </a:solidFill>
          <a:ln xmlns:a="http://schemas.openxmlformats.org/drawingml/2006/main" w="9525">
            <a:solidFill>
              <a:srgbClr val="2A48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17577-7F2C-44DE-9E97-D5EE3CD8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黄山派 / openvela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57615-F0F9-44BD-8861-3F627D3E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LVGL 腕上界面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LSM6DSL 运动判断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RTC 与本地计时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NOR Flash / KVDB / CRC32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03D0B-7236-4323-BDAC-53E7C249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619375"/>
          </a:xfrm>
          <a:prstGeom xmlns:a="http://schemas.openxmlformats.org/drawingml/2006/main" prst="roundRect">
            <a:avLst>
              <a:gd name="adj" fmla="val 8727"/>
            </a:avLst>
          </a:prstGeom>
          <a:solidFill xmlns:a="http://schemas.openxmlformats.org/drawingml/2006/main">
            <a:srgbClr val="102934"/>
          </a:solidFill>
          <a:ln xmlns:a="http://schemas.openxmlformats.org/drawingml/2006/main" w="9525">
            <a:solidFill>
              <a:srgbClr val="2A48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EA79E-3962-4BEC-9FA8-7D6162B6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VelaRide Web 网关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BA529-3EED-4493-A7FA-22062C54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录入手表真实数据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健康与复盘 API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MiMo 请求与失败降级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不保存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0C901-ABDD-42CC-9440-0C2D7E8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857500" cy="2619375"/>
          </a:xfrm>
          <a:prstGeom xmlns:a="http://schemas.openxmlformats.org/drawingml/2006/main" prst="roundRect">
            <a:avLst>
              <a:gd name="adj" fmla="val 8727"/>
            </a:avLst>
          </a:prstGeom>
          <a:solidFill xmlns:a="http://schemas.openxmlformats.org/drawingml/2006/main">
            <a:srgbClr val="152235"/>
          </a:solidFill>
          <a:ln xmlns:a="http://schemas.openxmlformats.org/drawingml/2006/main" w="9525">
            <a:solidFill>
              <a:srgbClr val="3C4C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9F601-E9C1-4729-A774-2A20EC7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Xiaomi MiMo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7CEEA-8D7F-442E-AE9D-41929967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根据真实记录生成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简短中文骑行复盘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网页保留模型原文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34051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FF22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24750" y="34051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9C8FF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FD6B2-7219-4869-ACD7-E3C251E8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1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177"/>
                </a:solidFill>
                <a:latin typeface="Microsoft YaHei"/>
                <a:ea typeface="Microsoft YaHei"/>
                <a:cs typeface="Microsoft YaHei"/>
              </a:rPr>
              <a:t>当前稳定演示采用手工录入，不连接 BLE 或 COM5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24F89-894A-4D72-B831-6B297B1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rPr>
              <a:t>VelaRide AI  ·  contest2026_446_nandongtaxin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F1AD6-23C5-4849-B637-569E383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804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02193-37C9-4860-B50B-6F79F8DE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04  端侧可靠性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674E6-D8A9-49A3-A3D1-9F109211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本地规则与可靠存储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C995-387A-4E55-A1E7-343CFD3F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A48B0-0CA8-4055-B15F-BA84E8A6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250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0A787-4899-4160-9516-CCBBC55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LSM6DSL 采样周期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13D09-34DE-48C6-9649-FF24CAF7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3 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F507C-4A20-4474-A538-8DF7EF3F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持久化真机验收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FBD81-E5CA-4F1A-9DA6-E0B5F948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2390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02A"/>
          </a:solidFill>
          <a:ln xmlns:a="http://schemas.openxmlformats.org/drawingml/2006/main" w="9525">
            <a:solidFill>
              <a:srgbClr val="2A48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5703B-5E88-402E-A1BF-44329B89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确定性安全规则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9BB52-A13D-48E1-9F39-E1F5A89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运动 / 静止</a:t>
            </a:r>
          </a:p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冲击后持续静止</a:t>
            </a:r>
          </a:p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长时间静止</a:t>
            </a:r>
          </a:p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连续运动休息提醒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FDCD8-5BC9-4985-ACD2-4CA72B86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85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E4BA7-6E0B-4F24-B8DF-046B8DDD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持久化记录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4F947-9FDD-44EA-9482-7A6C11F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开始与结束时间</a:t>
            </a:r>
          </a:p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移动与静止时长</a:t>
            </a:r>
          </a:p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暂停、冲击和提醒次数</a:t>
            </a:r>
          </a:p>
          <a:p xmlns:a="http://schemas.openxmlformats.org/drawingml/2006/main">
            <a:pPr>
              <a:def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Magic / 版本 / CRC32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C90D8-0AA6-4B51-AEEA-95FBA6D6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写入后读取、RTS 复位后读取、重新烧录后读取，字段保持一致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77E42-7A5E-4AE5-BE1C-29EA32B1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rPr>
              <a:t>VelaRide AI  ·  contest2026_446_nandongtaxin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5DC47-7A96-43A8-A8B2-BBB726A5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201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03644-3895-434E-8F67-7D2D3EDD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05  AI 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20A3E-4770-44F8-B9C7-B931EFE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真实数据驱动的 MiMo 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F6A1D-EAAA-4B1A-9D04-428B1C22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f87ebe47d4f54"/>
          <a:srcRect xmlns:a="http://schemas.openxmlformats.org/drawingml/2006/main" l="0" t="21796" r="0" b="21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14500"/>
            <a:ext cx="6762750" cy="4238625"/>
          </a:xfrm>
          <a:prstGeom xmlns:a="http://schemas.openxmlformats.org/drawingml/2006/main" prst="roundRect">
            <a:avLst>
              <a:gd name="adj" fmla="val 404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035B6-AF7C-416C-B57C-D81A047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生成条件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A93A7-838F-4171-807A-6169A739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手表结束页真实数据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总时长与运动时长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暂停和冲击次数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21054-B29E-4A17-A1F9-6E1FAD3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输出边界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3DE93-8244-428E-8E47-5A4CDFAA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不虚构心率或路线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失败时标记规则降级</a:t>
            </a:r>
          </a:p>
          <a:p xmlns:a="http://schemas.openxmlformats.org/drawingml/2006/main">
            <a:pPr>
              <a:def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Token 只存在于服务进程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C22F3-7D45-4265-8B70-C763AED0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9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MiMo-V2.5-Pro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579B9-9D96-4A47-934D-2D128B57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rPr>
              <a:t>VelaRide AI  ·  contest2026_446_nandongtaxin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4CF0E-AA9E-4F7F-B200-E4C228E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705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0D824-C52A-4BC6-B082-235F3D13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06  AI 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A3C03-2B6C-44DE-8B54-6947EB2B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AI Skill 与验证证据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6E0D5-45B1-4CE8-874D-0A945710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36205-5FF8-4F00-BF44-9423BE82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762375"/>
          </a:xfrm>
          <a:prstGeom xmlns:a="http://schemas.openxmlformats.org/drawingml/2006/main" prst="roundRect">
            <a:avLst>
              <a:gd name="adj" fmla="val 6076"/>
            </a:avLst>
          </a:prstGeom>
          <a:solidFill xmlns:a="http://schemas.openxmlformats.org/drawingml/2006/main">
            <a:srgbClr val="0D202A"/>
          </a:solidFill>
          <a:ln xmlns:a="http://schemas.openxmlformats.org/drawingml/2006/main" w="9525">
            <a:solidFill>
              <a:srgbClr val="2A48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EB4B9-EE70-4E51-A658-9D2CB3F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ride-safety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A60EB-C59C-42FE-A75A-0EB605D2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可调用命令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2D509-C91D-4A3B-A2DA-51914DE2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ride-status</a:t>
            </a:r>
          </a:p>
          <a:p xmlns:a="http://schemas.openxmlformats.org/drawingml/2006/main">
            <a:pPr>
              <a:def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ride-latest</a:t>
            </a:r>
          </a:p>
          <a:p xmlns:a="http://schemas.openxmlformats.org/drawingml/2006/main">
            <a:pPr>
              <a:def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ride-pause</a:t>
            </a:r>
          </a:p>
          <a:p xmlns:a="http://schemas.openxmlformats.org/drawingml/2006/main">
            <a:pPr>
              <a:def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ride-resume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A9FAE-B9C4-42AF-88B9-88B2A5D6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C1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C177"/>
                </a:solidFill>
                <a:latin typeface="Microsoft YaHei"/>
                <a:ea typeface="Microsoft YaHei"/>
                <a:cs typeface="Microsoft YaHei"/>
              </a:rPr>
              <a:t>只有用户确认后才改变骑行状态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A6750-9CB1-4FDA-B68E-4DE0F210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真机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C4527-6CF7-4E8F-958C-E4EBC1F0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LCD、触摸、RTC、六轴、ADC</a:t>
            </a:r>
          </a:p>
          <a:p xmlns:a="http://schemas.openxmlformats.org/drawingml/2006/main">
            <a:pPr>
              <a:def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骑行记录跨复位与重新烧录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5D069-9FA3-40D8-A096-99C5B7ED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自动测试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E2B3B-9A60-468D-BAE6-B4DB9387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Web 网关 4/4</a:t>
            </a:r>
          </a:p>
          <a:p xmlns:a="http://schemas.openxmlformats.org/drawingml/2006/main">
            <a:pPr>
              <a:def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健康、复盘、MiMo 兼容与安全启动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2AC5A-26FF-49C4-8FE5-4B00A47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00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固件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02F69-E1B0-4371-BACF-E62FFD4C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00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9,655,716 B  ·  SHA-256 已入仓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D74D0-B0A1-4E8A-88AE-5ECE3A4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rPr>
              <a:t>VelaRide AI  ·  contest2026_446_nandongtaxin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15809-0A7D-4B8B-9896-285C266B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4491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C918C-0BE9-4B39-A759-EADC68AA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07  工程状态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27E31-5B83-4108-8FCB-95F3C50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当前边界与下一步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22D0E-962A-4738-9064-E327C605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7FF2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59688-B41D-4908-8E1A-F696CDC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B3F44-46FB-499E-97D2-A27143FF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腕上骑行流程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运动安全规则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持久化记录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真实 MiMo 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3E290-2E54-4462-B5DA-DF5E9F9F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7A45"/>
                </a:solidFill>
                <a:latin typeface="Microsoft YaHei"/>
                <a:ea typeface="Microsoft YaHei"/>
                <a:cs typeface="Microsoft YaHei"/>
              </a:rPr>
              <a:t>仍在推进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BBF48-AE88-49D4-884B-62E1669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BLE HCI TX 时序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无线自动同步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在线 Agent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11A17-F338-4FD7-9CF1-879099F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C8FF"/>
                </a:solidFill>
                <a:latin typeface="Microsoft YaHei"/>
                <a:ea typeface="Microsoft YaHei"/>
                <a:cs typeface="Microsoft YaHei"/>
              </a:rPr>
              <a:t>提交内容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00CEC-3817-45F7-BBDE-FEC1205E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源码与补丁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真机固件与哈希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验证文档</a:t>
            </a:r>
          </a:p>
          <a:p xmlns:a="http://schemas.openxmlformats.org/drawingml/2006/main">
            <a:pPr>
              <a:def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作品介绍与视频脚本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6438E-1DF2-4422-9E19-4F06E5E1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0332C-E4B1-4651-932A-62FBF2B6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3F8FA"/>
                </a:solidFill>
                <a:latin typeface="Microsoft YaHei"/>
                <a:ea typeface="Microsoft YaHei"/>
                <a:cs typeface="Microsoft YaHei"/>
              </a:rPr>
              <a:t>VelaRide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6CAFD-03F7-492A-92B8-5702D46D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让骑行过程少一次拿手机，多一层本地安全保障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5053A-DDE5-43B9-B223-8C22B494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DB0B9"/>
                </a:solidFill>
                <a:latin typeface="Microsoft YaHei"/>
                <a:ea typeface="Microsoft YaHei"/>
                <a:cs typeface="Microsoft YaHei"/>
              </a:rPr>
              <a:t>contest2026_446_nandongtaxin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D918E-57DF-49AA-9AB9-C31978AB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58F"/>
                </a:solidFill>
                <a:latin typeface="Microsoft YaHei"/>
                <a:ea typeface="Microsoft YaHei"/>
                <a:cs typeface="Microsoft YaHei"/>
              </a:rPr>
              <a:t>VelaRide AI  ·  contest2026_446_nandongtaxin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CCBC1-BA0E-478E-9B28-832830A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FF2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7832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2026-09-18T02:46:38.0830000Z</dcterms:created>
  <dcterms:modified xsi:type="dcterms:W3CDTF">2026-09-18T02:46:38.0830000Z</dcterms:modified>
</coreProperties>
</file>